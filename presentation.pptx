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SPENDNEST REVENUE INTELLIGENCE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Intelligence Inbox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Evidence-First Sales Analytics, Multi-Route Classification &amp; Audit-Grade Data Operations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34747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Evidence-First Intelligence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Every route and action links to verbatim conversation passages.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Unknown intent and missing transcripts explicitly distinguished from non-occurrence.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Pre-generated summaries flagged when source text changes.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3200400"/>
            <a:ext cx="34747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Human-Controlled Routing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39319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Multi-destination routing (Coaching, Deals, Support, Partnerships, Reviews).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Machine suggestions strictly separated from manager decisions.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Manual manager corrections deterministically preserved across source updates.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3200400"/>
            <a:ext cx="34747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Audit-Grade Ingestion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39319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Stable identity: (source_type, source_id).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44 logical records (30 calls, 14 mtgs).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Idempotent deduplication (repeat imports = 0 duplicates).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Revision precedence prevents regressions.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OPERATIONAL DASHBOARD &amp;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Dashboard Overview: 21 August 2026 (Asia/Kolkata)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Unique Logical Records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44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30 Calls | 14 Meetings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600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Usable Transcript Coverage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17 / 44 (39%)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18 / 44 after M07 update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600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Source Connection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</a:rPr>
              <a:t>75%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Only non-null dials (nulls excluded)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61120" y="146304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1600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Governance Review Queue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1D48"/>
                </a:solidFill>
              </a:rPr>
              <a:t>10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Flagged for manager inspection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200400"/>
            <a:ext cx="107899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Core Measurement Rules &amp; Methodological Guardrails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93192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Transcript Coverage Denominator: Strictly 44 logical records. Numerator is non-empty transcript strings (calls) or turns &gt; 0 (meetings). Zero-turn meetings (M05, M08, M11) are recorded but empty.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Connection Rate Exclusions: Only non-null is_connected boolean values are used in calculation. Unknown/null records are segregated and labeled as source-reported.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Person Classification: Call representatives (outbound dialers) are strictly separated from meeting organisers (calendar owners). Meeting organisers are never assumed to have attended, spoken, or sold the product.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No Inferred Outcomes: Without explicit conversation confirmation, deal size, purchase outcomes, and pipeline values are marked as unknown.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EVIDENCE-FIRST CONVERSATION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Three Most Important Conversation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C01 • Sales Coaching + Human Review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Finding 1: Cold Call Resistance with Latent Hook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"I didn't ask for this call, and I'm not interested... just briefly, what does your company actually do?"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Analysis: Initial objection disguised curiosity; prospect agreed to an email brief but rep lacked a crisp hook.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Product Influence: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Directly influenced the Sales Coaching classification rule and generated the objection-handling coaching review card.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C03 • Deal Follow-up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92024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Finding 2: High-Intent ERP Developer API Evaluation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5603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"Could we do this by email? Or call on Monday... Something like 'Developer access and event notifications — follow-up'"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356616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Analysis: Lead confirmed active technical qualification for webhooks; committed to a Monday calendar follow-up.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43891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Product Influence: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Triggered immediate routing to Deal Follow-up and promoted the opportunity to the top of the High-Priority Follow-up widget.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C07 • Partnership / Channel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192024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Finding 3: Regional IT Consultancy Reseller Inquiry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25603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"I wanted to ask about a possible partnership... Send whatever proposal you have... could I call on Monday...?"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356616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Analysis: Caller is an IT services consultancy seeking to distribute SpendNest to SME clients, NOT a direct end-user.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3891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Product Influence: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Mandated creation of the distinct Partnership / Channel route, preventing channel reseller leads from distorting direct pipeline metrics.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DESIGN PRINCIPLES &amp;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Deliberately Rejected Decision: Salesperson Leaderboards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</a:rPr>
              <a:t>Rejected Decision: Rep Performance Ranking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1337"/>
                </a:solidFill>
              </a:rPr>
              <a:t>• What was considered: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1337"/>
                </a:solidFill>
              </a:rPr>
              <a:t>  A competitive sales leaderboard ranking sales reps by connected call rates, conversation outcomes, and deal close probabilities.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1337"/>
                </a:solidFill>
              </a:rPr>
              <a:t>• Why it was rejected: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1337"/>
                </a:solidFill>
              </a:rPr>
              <a:t>  1. Selected Dataset Bias: The 44 supplied records are a deliberate, non-random extract containing 20 background calls without transcripts. Ranking reps on partial data produces invalid evaluations.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1337"/>
                </a:solidFill>
              </a:rPr>
              <a:t>  2. Role Conflation: Calendar organisers are not necessarily meeting attendees or account closers.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1337"/>
                </a:solidFill>
              </a:rPr>
              <a:t>  3. Punitive Inaccuracies: Evaluative rankings derived from small samples incentivize gaming and harm team trust.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212080" cy="46634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Accepted Alternative &amp; Trade-Off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Chosen Product Architecture: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  Neutral "Activity Breakdown Cards" that strictly separate telephonic Call Reps from meeting Calendar Organisers.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Descriptive Metrics Only: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  Reports raw conversation counts and usable transcript counts per person without computing comparative conversion scores or ranking badges.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Transparent Disclaimer: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  A permanent visual footnote informs managers that the data is an operational sample, ensuring coaching remains focused on conversation evidence rather than synthetic leaderboard standings.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DATA OPERATIONS &amp; AUDIT TRAIL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Import Engine Deduplication &amp; Replay Verification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Initial Ingestion (01_initial)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Imports 44 records (30 calls, 14 mtgs). 17 have usable text. M07 text is withheld (rev 1).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Step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19202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Repeat Ingestion (Idempotency)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560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Re-importing 01_initial yields 0 new records, 44 unchanged. Absolute zero duplicate rows created.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Step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Manual Route Correction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560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Manager overrides record M07 to Partnership / Channel. Manual override flag set to TRUE in IndexedDB.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146304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Step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0" y="19202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Revision Precedence &amp; Preservation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560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02_update arrives (rev 2). Total remains 44, usable texts increase to 18. Manual route override is strictly preserved!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389120"/>
            <a:ext cx="10789920" cy="1737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Complete Verification Suite &amp; Automated Testing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93776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Automated Vitest suite (src/__tests__/importEngine.test.ts) confirms all 6 core data contract assertions in 309ms.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Downgrade Rejection: Importing revision 1 after revision 2 ignores stale records, preventing regressions.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Machine-Readable Export: manifest.json + manager-brief.md + categorized folders packaged via JSZip with 1-click browser download.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Intelligence Inbox — Architecture, Evidence &amp; Governance</dc:title>
  <dc:subject>PptxGenJS Presentation</dc:subject>
  <dc:creator>Revenue Intelligence Inbox Team</dc:creator>
  <cp:lastModifiedBy>Revenue Intelligence Inbox Team</cp:lastModifiedBy>
  <cp:revision>1</cp:revision>
  <dcterms:created xsi:type="dcterms:W3CDTF">2026-10-23T04:49:11Z</dcterms:created>
  <dcterms:modified xsi:type="dcterms:W3CDTF">2026-10-23T04:49:11Z</dcterms:modified>
</cp:coreProperties>
</file>